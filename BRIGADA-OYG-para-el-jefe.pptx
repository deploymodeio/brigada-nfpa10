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EEE8D5"/>
                </a:solidFill>
                <a:latin typeface="Barlow"/>
              </a:rPr>
              <a:t>BRIGADA O&amp;G</a:t>
            </a:r>
          </a:p>
          <a:p>
            <a:r>
              <a:rPr sz="2200">
                <a:solidFill>
                  <a:srgbClr val="2AA198"/>
                </a:solidFill>
                <a:latin typeface="IBM Plex Sans"/>
              </a:rPr>
              <a:t>Los extintores y equipos de emergencia de la planta,
controlados desde el celular. Sin planillas de papel.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1A1"/>
                </a:solidFill>
              </a:rPr>
              <a:t>Presentación para dirección · DeployModeIO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62B2E"/>
                </a:solidFill>
                <a:latin typeface="Barlow"/>
              </a:rPr>
              <a:t>¿Qué pasa hoy en la planta?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El control de extintores depende de papel y de la memoria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74720" cy="762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📋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Planillas de papel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Se llenan a mano, se pierden, y cuando el auditor las pide, hay que buscarlas entre carpetas.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01168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474720" cy="76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24028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⏰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Vencimientos sorpresa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Nadie se entera de que un extintor venció… hasta que ya venció. Y eso es una multa (o peor).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474720" cy="762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❓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Cero visibilidad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El jefe no puede saber en este momento cuántos equipos están bien y cuáles hace falta revisar.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76D"/>
                </a:solidFill>
                <a:latin typeface="IBM Plex Sans"/>
              </a:rPr>
              <a:t>BRIGADA O&amp;G · DeployModeIO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62B2E"/>
                </a:solidFill>
                <a:latin typeface="Barlow"/>
              </a:rPr>
              <a:t>La solución: una aplicación para el celular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Así de simple: el brigadista escanea, responde y listo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762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2093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📷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ESCANEAS</a:t>
            </a:r>
          </a:p>
          <a:p>
            <a:r>
              <a:rPr sz="1400">
                <a:solidFill>
                  <a:srgbClr val="5D676D"/>
                </a:solidFill>
                <a:latin typeface="IBM Plex Sans"/>
              </a:rPr>
              <a:t>El brigadista apunta la cámara al código del extintor.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1031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103120"/>
            <a:ext cx="2606040" cy="762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331720"/>
            <a:ext cx="2093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✅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RESPONDES</a:t>
            </a:r>
          </a:p>
          <a:p>
            <a:r>
              <a:rPr sz="1400">
                <a:solidFill>
                  <a:srgbClr val="5D676D"/>
                </a:solidFill>
                <a:latin typeface="IBM Plex Sans"/>
              </a:rPr>
              <a:t>Una lista corta de verificación: ¿está bien o no? Con foto.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606040" cy="762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331720"/>
            <a:ext cx="2093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📍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CONFIRMAS</a:t>
            </a:r>
          </a:p>
          <a:p>
            <a:r>
              <a:rPr sz="1400">
                <a:solidFill>
                  <a:srgbClr val="5D676D"/>
                </a:solidFill>
                <a:latin typeface="IBM Plex Sans"/>
              </a:rPr>
              <a:t>La app verifica que está parado frente al equipo de verdad.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10312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103120"/>
            <a:ext cx="2606040" cy="762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331720"/>
            <a:ext cx="2093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☁️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LISTO</a:t>
            </a:r>
          </a:p>
          <a:p>
            <a:r>
              <a:rPr sz="1400">
                <a:solidFill>
                  <a:srgbClr val="5D676D"/>
                </a:solidFill>
                <a:latin typeface="IBM Plex Sans"/>
              </a:rPr>
              <a:t>Si no hay internet, igual guarda. Cuando vuelve la señal, se envía solo.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76D"/>
                </a:solidFill>
                <a:latin typeface="IBM Plex Sans"/>
              </a:rPr>
              <a:t>BRIGADA O&amp;G · DeployModeIO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62B2E"/>
                </a:solidFill>
                <a:latin typeface="Barlow"/>
              </a:rPr>
              <a:t>Lo que gana la empresa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Sin cambiar nada de la operación diaria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035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47914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🟢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Cero extintores vencidos por descuido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La app avisa con 90 días de anticipación. Nunca más una sorpresa ante el auditor.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035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48840"/>
            <a:ext cx="47914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🟢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Auditorías sin sustos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Actas y reportes listos en un clic, con foto, fecha, lugar y firma del inspector.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53035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60520"/>
            <a:ext cx="47914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🟢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Menos horas de papeleo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El brigadista deja de copiar planillas: 2 minutos por equipo, directo al sistema.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3035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4160520"/>
            <a:ext cx="47914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🟢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Todo en tiempo real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El supervisor ve cada inspección al momento, desde su computador o celular.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76D"/>
                </a:solidFill>
                <a:latin typeface="IBM Plex Sans"/>
              </a:rPr>
              <a:t>BRIGADA O&amp;G · DeployModeIO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62B2E"/>
                </a:solidFill>
                <a:latin typeface="Barlow"/>
              </a:rPr>
              <a:t>¿Quién la usa y cómo?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Dos tipos de cuenta, cada uno ve lo que le toca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303520" cy="76200"/>
          </a:xfrm>
          <a:prstGeom prst="rect">
            <a:avLst/>
          </a:prstGeom>
          <a:solidFill>
            <a:srgbClr val="0F5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47914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👷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El brigadista (operador)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Entra con su cuenta y SOLO puede inspeccionar equipos.
Si su permiso está vencido, el sistema no lo deja firmar. Cada inspección lleva su nombre, foto y ubicación.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3035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240280"/>
            <a:ext cx="47914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👔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El jefe / administrador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Control total: dar de alta equipos, cambiar nombres, listas, ubicaciones,
el nombre de la empresa y las cuentas.
Si alguien se va de la empresa, se le corta el acceso al instante.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76D"/>
                </a:solidFill>
                <a:latin typeface="IBM Plex Sans"/>
              </a:rPr>
              <a:t>BRIGADA O&amp;G · DeployModeIO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62B2E"/>
                </a:solidFill>
                <a:latin typeface="Barlow"/>
              </a:rPr>
              <a:t>¿Ya funciona? Sí. Y está comprobada.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No es una idea: es una aplicación terminada y probada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747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🧪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78 pruebas automáticas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Todo el sistema fue probado punto por punto por una suite de verificación. Resultado: 78 de 78 aprobadas.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01168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4747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24028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📐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Cumple las normas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Sigue NFPA 10 (la norma mundial de extintores) y API RP 14G (la de la industria petrolera). Letra legible y colores de seguridad certificados.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474720" cy="76200"/>
          </a:xfrm>
          <a:prstGeom prst="rect">
            <a:avLst/>
          </a:prstGeom>
          <a:solidFill>
            <a:srgbClr val="1A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💾</a:t>
            </a:r>
          </a:p>
          <a:p>
            <a:r>
              <a:rPr sz="1900" b="1">
                <a:solidFill>
                  <a:srgbClr val="262B2E"/>
                </a:solidFill>
                <a:latin typeface="Barlow"/>
              </a:rPr>
              <a:t>Tus datos, tu PC</a:t>
            </a:r>
          </a:p>
          <a:p>
            <a:r>
              <a:rPr sz="1500">
                <a:solidFill>
                  <a:srgbClr val="5D676D"/>
                </a:solidFill>
                <a:latin typeface="IBM Plex Sans"/>
              </a:rPr>
              <a:t>La información se guarda en la propia empresa (base de datos local + respaldos). No depende de servidores ajenos.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D676D"/>
                </a:solidFill>
                <a:latin typeface="IBM Plex Sans"/>
              </a:rPr>
              <a:t>BRIGADA O&amp;G · DeployModeIO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EEE8D5"/>
                </a:solidFill>
                <a:latin typeface="Barlow"/>
              </a:rPr>
              <a:t>Lo que sigue</a:t>
            </a:r>
          </a:p>
          <a:p>
            <a:r>
              <a:rPr sz="1800">
                <a:solidFill>
                  <a:srgbClr val="5D676D"/>
                </a:solidFill>
                <a:latin typeface="IBM Plex Sans"/>
              </a:rPr>
              <a:t>Todo listo hoy; estas mejoras ya tienen camino trazado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737360" cy="54864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2B36"/>
                </a:solidFill>
                <a:latin typeface="Barlow"/>
              </a:rPr>
              <a:t>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01952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3A1A1"/>
                </a:solidFill>
                <a:latin typeface="IBM Plex Sans"/>
              </a:rPr>
              <a:t>Aplicación completa operando en la planta, con datos de ejemplo reales.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737360" cy="54864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2B36"/>
                </a:solidFill>
                <a:latin typeface="Barlow"/>
              </a:rPr>
              <a:t>SIGUE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999232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3A1A1"/>
                </a:solidFill>
                <a:latin typeface="IBM Plex Sans"/>
              </a:rPr>
              <a:t>Avisos automáticos al celular del jefe cuando un equipo falle una inspección.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737360" cy="54864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2B36"/>
                </a:solidFill>
                <a:latin typeface="Barlow"/>
              </a:rPr>
              <a:t>DESPUÉS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096512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3A1A1"/>
                </a:solidFill>
                <a:latin typeface="IBM Plex Sans"/>
              </a:rPr>
              <a:t>Mapa de la planta con cada extintor en su sitio y ruta de evacuación.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EE8D5"/>
                </a:solidFill>
                <a:latin typeface="Barlow"/>
              </a:rPr>
              <a:t>¿La probamos en la planta este mes?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